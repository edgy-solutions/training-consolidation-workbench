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00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" name="Citation Placeholder"/>
          <p:cNvSpPr>
            <a:spLocks noGrp="1"/>
          </p:cNvSpPr>
          <p:nvPr>
            <p:ph idx="2" type="body"/>
          </p:nvPr>
        </p:nvSpPr>
        <p:spPr>
          <a:xfrm>
            <a:off x="457200" y="6000000"/>
            <a:ext cx="8229600" cy="500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cept-with-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30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type="body"/>
          </p:nvPr>
        </p:nvSpPr>
        <p:spPr>
          <a:xfrm>
            <a:off x="457200" y="6000000"/>
            <a:ext cx="8229600" cy="50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1" name="Picture Placeholder"/>
          <p:cNvSpPr>
            <a:spLocks noGrp="1"/>
          </p:cNvSpPr>
          <p:nvPr>
            <p:ph sz="half" idx="3" type="pic"/>
          </p:nvPr>
        </p:nvSpPr>
        <p:spPr>
          <a:xfrm>
            <a:off x="4648200" y="1600200"/>
            <a:ext cx="4038600" cy="4300000"/>
          </a:xfrm>
        </p:spPr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0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8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4"/>
    <p:sldLayoutId id="2147483654" r:id="rId6"/>
    <p:sldLayoutId id="2147483656" r:id="rId8"/>
    <p:sldLayoutId id="2147483658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